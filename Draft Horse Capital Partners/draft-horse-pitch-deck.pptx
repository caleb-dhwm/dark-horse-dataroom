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Draft Horse
Capital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36576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9A00"/>
                </a:solidFill>
              </a:rPr>
              <a:t>Direct PE Credit · Hard Asset Collateral · Fixed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</a:rPr>
              <a:t>"The borrower is identified. The deal is done."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Strictly Confidential. Qualified Institutional Investors only. Reg D 506(c) · §3(c)(1). Not an offer to sell. Target returns are not guaranteed. Refer to PPM.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Dark Horse Wealth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Fund Highlights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$100M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Initial Facility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Single PE-backed borrower — identified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9–17%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 Annual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Fixed at subscription · Paid quarterly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Collateral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5 hard asset UCC-1 + Lloyd's of London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Fees &amp; Carry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No management fee · No performance fee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36mo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Fixed 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100% principal at maturity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Day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No ramp period · No blind pool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Opportunity — No Pipeline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Draft Horse is not a blind pool. The borrower is identified, documented, and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Borrower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Institutional PE-backed operator. Identity confidential — disclosed under NDA to qualified investors prior to subscription.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Structure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476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36-month credit facility terms negotiated · Covenant package defined · Collateral architecture documented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951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UCC-1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951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Security interests ready to file and perfect on fund close — investors step into a perfected first-priority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4261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Day 1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4261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Zero ramp period · Zero cash drag · First distribution payable 90 days from 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900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vs. Typical Funds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90087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Most private credit funds: blind pool, 12–24 month ramp, management fees during deployment. Draft Horse: none of these.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Six-Layer Collateral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Layer 1 — Operating Cash Flows (CASH · LIQUID)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UCC-1 cash sweep · PE portfolio company receivables · Primary repayment source · Real-time covenant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Layer 2 — Physical Real Estate &amp; Inventory (TANGIBLE)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UCC-1 perfected lien · Commercial real estate + operational inventory · Independently appraised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Layer 3 — 100% Portfolio Company Equity Pledge (CONTROL)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Fund steps into operational control on breach — no court required. Full enterprise value recoverable.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Layer 4 — Aviation Assets (HARD ASSET)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Current G4-class fleet (2 unencumbered) + future G550 platform. FAA Registry + UCC-1 perfected.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Layer 5 — PE Sponsor Personal Guaranty (ALIGNED)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Dual equity exposure — borrower entity AND charter company. Full-recourse continuing guaranty.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Layer 6 — Lloyd's of London Credit Insurance (A+ RATED)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Being structured via Co-Managing Member Adil Kassam's established Lloyd's relationship. Anticipated at close. 100% principal coverage.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Fund Terms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36-month senior secured term credit facility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Facility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$100,000,000 initial — single bilateral counterparty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Interest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Fixed — tiered by commitment size (9%–17% stated return)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Distributions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Quarterly · 100% principal at maturity · No early redemption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Covenants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Min 1.25× DSCR quarterly · Quarterly reporting · MAC notification · Annual aircraft appraisal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Enforcement Cascade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Cash Flow Sweep → Asset Liquidation → Equity Takeover → G550 Remarketing → Sponsor Guaranty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7355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Fund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7355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Texas LLC · Reg D 506(c) · §3(c)(1) · Zero fees · No fund-level leverage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62102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Service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2102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NAV Fund Services · Axos Bank · SCALE LLP · Spicer Jeffries LLP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PE-Backed Borrowers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Institutional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PE sponsors carry reputational equity in every deal — default has career consequences, not merely financial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Structured Balance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PE-owned companies operate with professional financial management, audited reporting, and defined covenant frameworks.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Premium for 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PE sponsors pay above-market rates for relationship-sourced capital that closes without syndicate delays or auction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Dual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Same PE sponsor holds equity in both the borrowing entity AND the G4/G550 charter company — default is doubly painful for the counterparty.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Direct Origination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No broker, no intermediary, no auction premium — bilateral relationship predates Fund 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Caleb Caraway — Managing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Principal of Dark Horse Wealth Management. Established direct lending relationships with PE sponsors. CEO across multiple fund vehicles.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Adil Kassam — Co-Managing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Established Lloyd's of London relationship through which the Layer 6 credit insurance policy is being structured. Institutional investor relations.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Dark Horse Wealth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Governing entity providing compliance, operations, and investor infrastructure across the fund family.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9A00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Draft Horse Capital Partners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01  Execute Non-Disclosure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02  Receive full Private Placement Memorandum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03  Complete investor verification (Reg D 506(c))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04  Review subscription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05  Wire transfer &amp;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A00"/>
                </a:solidFill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Caleb Caraway — Managing 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9651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Adil Kassam — Co-Managing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44398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Dark Horse Wealth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9145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Reg D 506(c) · §3(c)(1) · Verified Accredited Investors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This presentation does not constitute an offer to sell or solicitation. Investment involves risk, including possible loss of principal. Refer to PPM for definitive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
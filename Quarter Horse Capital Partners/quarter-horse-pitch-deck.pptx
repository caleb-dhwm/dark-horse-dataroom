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Quarter Horse
Capital 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36576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9A00"/>
                </a:solidFill>
              </a:rPr>
              <a:t>Diversified Private Credit · 9 Hard-Asset Classes · Zero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F5F5"/>
                </a:solidFill>
              </a:rPr>
              <a:t>"9–17% Stated Annual Return Target. Quarterly Distributions. No Fee Drag."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Strictly Confidential. For verified accredited investors only under Reg D 506(c). Not an offer to sell. Stated returns are targets, not guarantees. Refer to PPM.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Dark Horse Wealth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Fund Highlights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9–17%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Stated Annual Return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Tiered by commitment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Fees of Any Kind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No mgmt fee · No carry · No performance fee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280160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46303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286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SPV Lending Verticals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Independent economic drivers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Qtly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Cash Distributions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Paid 4× per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3yr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Fixed 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Hard asset collateral throughout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383279"/>
            <a:ext cx="2606040" cy="1828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356616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9A00"/>
                </a:solidFill>
              </a:rPr>
              <a:t>506(c)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 D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48463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Verified accredited investors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Investment Case —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Public Markets Volatility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Equity correlation has increased across traditional asset classes. Institutional investors seek uncorrelated yield streams.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Bank Credit Contraction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Regional banks retreating from middle-market lending — real estate bridge, energy, specialty credit — creating a structural supply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Energy Infrastructure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AI data center buildout, grid modernization, and nuclear renaissance generating extraordinary debt capital demand at premium yields.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Hard Asset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Inflation persistence and geopolitical uncertainty sustaining premium on hard-asset collateral — real estate, gold, aviation, mining, fine 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Quarter Horse's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 single fund accessing all tailwinds simultaneously — 7 SPV lending verticals, one stated return, zero fee drag.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7 SPV Lending Verticals — Portfolio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Real Estate SPV (15% · $150M)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12% target yield — Senior secured first-lien mortgages, Texas-concentrated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Precious Metals Trade Finance SPV (20% · $200M)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28% target yield — Physical bullion, 15–20 cycles/month, DMCC/Sharjah buyers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Mining &amp; Mineral Resources SPV (8% · $80M)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16% target yield — Stateside Resources 670-acre silver ore body, 4,431 ppm 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Aviation: Jet Charter Company (20% · $200M)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15% target yield — FAA Part 135 charter, G550 fleet expansion, dual UCC-1/FAA lien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Energy &amp; Technology Infrastructure SPV (10% · $100M)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20% target yield — Clean energy + AI data center, mission-critical facilities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6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Fine Art SPV — $541M Collection (15% · $150M)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22% target yield — Estate acquisitions, JP Morgan lending, Sotheby's-appraised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7355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Structured Private Credit (12% · $120M)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7355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18% target yield — Bilateral senior secured institutional credit, perfected UCC-1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Return Mathematics — $1B Deployment at 17%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Gross Fund Return (19.14% blended)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$191,400,000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Less: Investor Distribution (17% stated)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$170,000,000 /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Fund Spread Retained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$21,400,000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Quarterly Distribution to Investors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$42,500,000 per 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90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Stated Return 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900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  $1M – $4.99M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37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9% stated return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685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  $5M – $24.99M 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85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11% stated return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0325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  $25M – $99.99M commitment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032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13% stated return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3799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  $100M – $499.99M commitment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379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15% stated return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727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  $500M – $999.99M commitment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27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16% stated return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  $1B+ commitment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74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17% stated return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Institutional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Fund Administrator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NAV Fund Services — independent NAV calculation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Auditor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Spicer Jeffries LLP — PCAOB-registered independent audit 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Axos Bank — institutional custodian and banking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31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Securities Counsel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311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SCALE LLP / Dori Karjian — Reg D 506(c) and securities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Texas LLC · Reg D 506(c) · §3(c)(1) exemption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26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Collateral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First-lien mortgages · UCC-1 filings · FAA registrations · Sotheby's appraisals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Caleb Caraway — Managing Partner &amp; 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Principal of Dark Horse Wealth Management. Multi-vertical private credit track record across real estate, aviation, commodities, and specialty credit. CEO of Quarter Horse Wealth Management, Corinthian Capital Partners, and Stateside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Dark Horse Wealth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Private family office and governing entity overseeing all fund vehicles. Provides operational infrastructure, compliance oversight, and investor relations across the fund family.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83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3A"/>
                </a:solidFill>
              </a:rPr>
              <a:t>Service Provider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NAV Fund Services · Spicer Jeffries LLP · SCALE LLP · Axos Bank — institutional-grade operational infrastructure from day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9340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Strictly Confidential — Not for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36576"/>
          </a:xfrm>
          <a:prstGeom prst="rect">
            <a:avLst/>
          </a:prstGeom>
          <a:solidFill>
            <a:srgbClr val="C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9A00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Quarter Horse Capital Partners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01  Execute Non-Disclosure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02  Receive full Private Placement Memorandum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03  Complete investor verification (Reg D 506(c))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39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04  Review subscription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05  Wire transfer &amp;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A00"/>
                </a:solidFill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Caleb Caraway — Managing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9651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Dark Horse Wealth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44398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www.dark-horse-dataroom.com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9145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Reg D 506(c) · Verified Accredited Investors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This presentation does not constitute an offer to sell or solicitation. Investment involves risk, including possible loss of principal. Refer to PPM for definitive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